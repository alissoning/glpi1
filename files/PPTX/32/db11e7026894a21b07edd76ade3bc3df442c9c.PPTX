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E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 autoAdjust="0"/>
  </p:normalViewPr>
  <p:slideViewPr>
    <p:cSldViewPr snapToGrid="0">
      <p:cViewPr>
        <p:scale>
          <a:sx n="116" d="100"/>
          <a:sy n="116" d="100"/>
        </p:scale>
        <p:origin x="102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E4A048-7BFB-6ADA-7DE2-4E71AD51A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1AE9DB-5779-3E59-9974-2DC4EC076E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4521A-8DB1-4193-852B-2CC858AE4D2F}" type="datetimeFigureOut">
              <a:rPr lang="es-CO" smtClean="0"/>
              <a:t>3/12/2024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1ED617-ACED-5785-EB85-44F34691D9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8CBFBB-5693-D6F2-E5C9-937EF8A64A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9860C-77E4-41F3-ACBD-61E778DE32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5215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098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74BC7B02-49E0-44A4-9288-C72E34258838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47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linica nue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598F1C4-40A3-973D-5E7A-21E931BF0C2C}"/>
              </a:ext>
            </a:extLst>
          </p:cNvPr>
          <p:cNvSpPr/>
          <p:nvPr userDrawn="1"/>
        </p:nvSpPr>
        <p:spPr>
          <a:xfrm>
            <a:off x="0" y="0"/>
            <a:ext cx="2852058" cy="6858000"/>
          </a:xfrm>
          <a:prstGeom prst="rect">
            <a:avLst/>
          </a:prstGeom>
          <a:solidFill>
            <a:srgbClr val="134E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DB078D0-D58B-09F4-9667-7734F36962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766"/>
          <a:stretch/>
        </p:blipFill>
        <p:spPr>
          <a:xfrm>
            <a:off x="2852058" y="0"/>
            <a:ext cx="9339942" cy="6858000"/>
          </a:xfrm>
          <a:prstGeom prst="rect">
            <a:avLst/>
          </a:prstGeom>
        </p:spPr>
      </p:pic>
      <p:pic>
        <p:nvPicPr>
          <p:cNvPr id="3" name="Imagen 2" descr="Interfaz de usuario gráfica, Texto, Aplicación">
            <a:extLst>
              <a:ext uri="{FF2B5EF4-FFF2-40B4-BE49-F238E27FC236}">
                <a16:creationId xmlns:a16="http://schemas.microsoft.com/office/drawing/2014/main" id="{A54E1FD4-C93D-EF6E-11C7-409714D865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8" y="237039"/>
            <a:ext cx="3959360" cy="93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6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">
            <a:extLst>
              <a:ext uri="{FF2B5EF4-FFF2-40B4-BE49-F238E27FC236}">
                <a16:creationId xmlns:a16="http://schemas.microsoft.com/office/drawing/2014/main" id="{12CBAD33-E234-ACD1-E44E-80C3513D52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DDD4C4CB-4D0C-C21E-9738-2E6B470E9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7803" y="2183478"/>
            <a:ext cx="9736393" cy="1325563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Futura URW Medium" panose="020B0602020204020303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0845886B-6CB8-DBC9-153E-D7ADC7862B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3713" y="5043488"/>
            <a:ext cx="5073650" cy="8270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  <a:latin typeface="Futura URW Medium" panose="020B0602020204020303" pitchFamily="34" charset="0"/>
              </a:defRPr>
            </a:lvl1pPr>
            <a:lvl2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2pPr>
            <a:lvl3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3pPr>
            <a:lvl4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4pPr>
            <a:lvl5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5141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FE378CD-D95A-9F46-F1CB-6CE92BB0B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51E09437-B7EF-1B7F-A726-A025C0311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9575" y="241301"/>
            <a:ext cx="6581775" cy="1301750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F55F018-7D78-0332-F17B-929A117ED2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6800" y="2028825"/>
            <a:ext cx="10067925" cy="3552825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algn="l"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1"/>
            <a:r>
              <a:rPr lang="es-ES" dirty="0"/>
              <a:t>Texto breve : La presentación en PowerPoint complementa la exposición que vas a hacer en persona y por tanto no necesitas ni debes incluir en las diapositivas todo el texto que vas a decir. 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Nadie tendrá tiempo para leerlo todo, y si lo hacen no podrán a la vez prestar atención a lo que estás diciendo. </a:t>
            </a:r>
          </a:p>
        </p:txBody>
      </p:sp>
    </p:spTree>
    <p:extLst>
      <p:ext uri="{BB962C8B-B14F-4D97-AF65-F5344CB8AC3E}">
        <p14:creationId xmlns:p14="http://schemas.microsoft.com/office/powerpoint/2010/main" val="251779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B9368E1-3D39-D861-461E-9A1215F323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AE210895-34D3-A583-D483-221A83D840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162" y="1362075"/>
            <a:ext cx="5576888" cy="92392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1A888E-FDC4-20C7-3CF5-AE1CED6A39C8}"/>
              </a:ext>
            </a:extLst>
          </p:cNvPr>
          <p:cNvSpPr/>
          <p:nvPr userDrawn="1"/>
        </p:nvSpPr>
        <p:spPr>
          <a:xfrm>
            <a:off x="7248525" y="571500"/>
            <a:ext cx="4429125" cy="5857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19D402B-C731-B294-46C0-F86C8BCBE1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1525" y="2943225"/>
            <a:ext cx="5343525" cy="3219450"/>
          </a:xfrm>
        </p:spPr>
        <p:txBody>
          <a:bodyPr/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ES" dirty="0"/>
              <a:t>Se recomienda simplificar al máximo los gráficos, mostrando solo los datos que vas a tratar en la presentación. En caso de que sean varios, siempre puedes separar el gráfico en varias diapositivas, y centrarte en un dato en cada una de ellas.</a:t>
            </a:r>
          </a:p>
          <a:p>
            <a:pPr lvl="0"/>
            <a:endParaRPr lang="es-ES" dirty="0"/>
          </a:p>
        </p:txBody>
      </p:sp>
      <p:sp>
        <p:nvSpPr>
          <p:cNvPr id="10" name="Marcador de gráfico 9">
            <a:extLst>
              <a:ext uri="{FF2B5EF4-FFF2-40B4-BE49-F238E27FC236}">
                <a16:creationId xmlns:a16="http://schemas.microsoft.com/office/drawing/2014/main" id="{5C3902E7-C574-749F-3B07-78718A9F374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7562850" y="857250"/>
            <a:ext cx="3981450" cy="542925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en el icono para agregar un gráfico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7446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6F98DB3-5231-022E-CD95-1EF69E186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233C3BC0-C85B-C270-C83E-52396D9649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189831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3517E09-A905-ECCC-883B-3D19B294EB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6800" y="2971800"/>
            <a:ext cx="10410825" cy="324802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 sz="2400"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 sz="2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dirty="0"/>
              <a:t>Texto breve: La idea de una presentación es ofrecer la información ya masticada, resumida y no de abrumar con información, anécdotas e historias no estrictamente relacionadas.</a:t>
            </a:r>
          </a:p>
          <a:p>
            <a:pPr lvl="0"/>
            <a:endParaRPr lang="es-ES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dirty="0"/>
              <a:t>El texto de las diapositivas debe ser estrictamente el necesario. Una diapositiva, un tema, es un buen punto de partida. </a:t>
            </a:r>
            <a:endParaRPr lang="es-CO" dirty="0"/>
          </a:p>
          <a:p>
            <a:pPr lv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559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0DE1D43-6051-54CE-66A3-AB8C707FF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98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2205DFA-B5DD-3F50-B583-C6E6BFFF20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AE210895-34D3-A583-D483-221A83D840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162" y="1362075"/>
            <a:ext cx="5576888" cy="92392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1A888E-FDC4-20C7-3CF5-AE1CED6A39C8}"/>
              </a:ext>
            </a:extLst>
          </p:cNvPr>
          <p:cNvSpPr/>
          <p:nvPr userDrawn="1"/>
        </p:nvSpPr>
        <p:spPr>
          <a:xfrm>
            <a:off x="7248525" y="571500"/>
            <a:ext cx="4429125" cy="5857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54478A-08A2-E46F-0AD9-B728D1A70BE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534275" y="1152525"/>
            <a:ext cx="3886200" cy="5048250"/>
          </a:xfrm>
        </p:spPr>
        <p:txBody>
          <a:bodyPr>
            <a:norm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dirty="0"/>
              <a:t>Texto breve: usarse más palabras claves, que te ayuden a orientar en la presentación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F68A7EF1-DB36-4316-022C-E866D7B2B4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3038475"/>
            <a:ext cx="5257800" cy="32766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696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tab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7479EEAE-95A7-08AE-A016-DDBA1FA3E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Marcador de tabla 8">
            <a:extLst>
              <a:ext uri="{FF2B5EF4-FFF2-40B4-BE49-F238E27FC236}">
                <a16:creationId xmlns:a16="http://schemas.microsoft.com/office/drawing/2014/main" id="{B0BE6AFC-C0BC-45BD-45C6-9D78C39B5D5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314449" y="1943100"/>
            <a:ext cx="9915525" cy="427672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en el icono para agregar una tabla</a:t>
            </a:r>
            <a:endParaRPr lang="es-CO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CC4BFC14-6024-CE33-7CA9-05C86EAB2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1650" y="365125"/>
            <a:ext cx="577215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5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ED0FC13-A6AA-F92C-E3D2-668BACD635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9D7EFB91-1050-0616-7FB1-C07718B1F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0" y="365125"/>
            <a:ext cx="5514974" cy="87312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84D9556-2FA1-BBB3-D148-3E86C2B6B61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33486" y="2009775"/>
            <a:ext cx="9725025" cy="16764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ES" dirty="0"/>
              <a:t>Las listas con viñetas son muy eficaces, pero intenta reemplazarlas por listas numeradas. Te hará la vida más fácil a ti y a quienes están asistiendo a la presentación.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1277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8CDD0FA-B582-F237-0F74-B23E4C1B35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4453EB5E-E8E2-1621-5A8D-BF37510D7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900" y="323851"/>
            <a:ext cx="4362450" cy="904874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E0ED10D-D6D0-DDE8-621F-A843FC015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0900" y="5610225"/>
            <a:ext cx="4676775" cy="609600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GRACIAS</a:t>
            </a:r>
            <a:endParaRPr lang="es-CO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01FF2B5-0C32-95D0-F084-0262C9632A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0700" y="1885950"/>
            <a:ext cx="8201025" cy="3019425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9144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2pPr>
            <a:lvl3pPr marL="13716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3pPr>
            <a:lvl4pPr marL="18288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4pPr>
            <a:lvl5pPr marL="22860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 dirty="0"/>
              <a:t>El texto de las diapositivas debe ser estrictamente el necesario. </a:t>
            </a:r>
          </a:p>
          <a:p>
            <a:pPr lvl="0"/>
            <a:r>
              <a:rPr lang="es-ES" dirty="0"/>
              <a:t>El texto de las diapositivas debe ser estrictamente el necesario. </a:t>
            </a:r>
          </a:p>
          <a:p>
            <a:pPr lvl="0"/>
            <a:r>
              <a:rPr lang="es-ES" dirty="0"/>
              <a:t>El texto de las diapositivas debe ser estrictamente el necesario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0543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9FB2BF9-B6E6-67C5-7E32-EA1FCA11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16B0F9-1C83-2539-4FBE-9AF2F810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A3F182-681E-9BB1-1C52-D0617909C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E1933-6A5D-4096-B4DA-28319383FD22}" type="datetimeFigureOut">
              <a:rPr lang="es-CO" smtClean="0"/>
              <a:t>3/12/2024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3B7C0-3F5D-003F-EAF4-AA92B830C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18-D3AC-799D-0CA3-1AE8AAEBC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82C19-B148-4844-ADFC-1622B4247E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331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5" r:id="rId3"/>
    <p:sldLayoutId id="2147483651" r:id="rId4"/>
    <p:sldLayoutId id="2147483652" r:id="rId5"/>
    <p:sldLayoutId id="2147483656" r:id="rId6"/>
    <p:sldLayoutId id="2147483657" r:id="rId7"/>
    <p:sldLayoutId id="2147483658" r:id="rId8"/>
    <p:sldLayoutId id="2147483653" r:id="rId9"/>
    <p:sldLayoutId id="214748365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91969-F2FB-1575-A071-EAD0423A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51" y="1518594"/>
            <a:ext cx="5576888" cy="923925"/>
          </a:xfrm>
        </p:spPr>
        <p:txBody>
          <a:bodyPr/>
          <a:lstStyle/>
          <a:p>
            <a:r>
              <a:rPr lang="es-CO" sz="2800" b="1" dirty="0"/>
              <a:t>Socialización Semana de Concientización sobre la Resistencia Antimicrobiana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B4D2EF-7A7B-957E-F067-8293E2FD91C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Los invitamos a participar en la socialización de los memes propuestos con motivo de la </a:t>
            </a:r>
            <a:r>
              <a:rPr lang="es-CO" sz="2000" b="1" dirty="0"/>
              <a:t>“</a:t>
            </a:r>
            <a:r>
              <a:rPr lang="es-ES" sz="2000" b="1" dirty="0"/>
              <a:t>Semana Mundial de Concientización Sobre la Resistencia Antimicrobiana”</a:t>
            </a:r>
            <a:r>
              <a:rPr lang="es-CO" sz="2000" b="1" dirty="0"/>
              <a:t> </a:t>
            </a:r>
          </a:p>
          <a:p>
            <a:pPr marL="0" indent="0">
              <a:buNone/>
            </a:pPr>
            <a:endParaRPr lang="es-CO" sz="2000" b="1" dirty="0"/>
          </a:p>
          <a:p>
            <a:pPr marL="0" indent="0">
              <a:buNone/>
            </a:pPr>
            <a:r>
              <a:rPr lang="es-CO" sz="2000" b="1" dirty="0"/>
              <a:t>Fecha: </a:t>
            </a:r>
            <a:r>
              <a:rPr lang="es-CO" sz="2000" dirty="0"/>
              <a:t>Martes 10 </a:t>
            </a:r>
          </a:p>
          <a:p>
            <a:pPr marL="0" indent="0">
              <a:buNone/>
            </a:pPr>
            <a:r>
              <a:rPr lang="es-CO" sz="2000" b="1" dirty="0"/>
              <a:t>Hora: </a:t>
            </a:r>
            <a:r>
              <a:rPr lang="es-CO" sz="2000" dirty="0"/>
              <a:t>07:30 a.m. y 12:30 p.m.</a:t>
            </a:r>
          </a:p>
          <a:p>
            <a:pPr marL="0" indent="0" algn="ctr">
              <a:buNone/>
            </a:pPr>
            <a:r>
              <a:rPr lang="es-CO" sz="2000" dirty="0"/>
              <a:t>Y</a:t>
            </a:r>
          </a:p>
          <a:p>
            <a:pPr marL="0" indent="0">
              <a:buNone/>
            </a:pPr>
            <a:r>
              <a:rPr lang="es-CO" sz="2000" b="1" dirty="0"/>
              <a:t>Fecha: </a:t>
            </a:r>
            <a:r>
              <a:rPr lang="es-CO" sz="2000" dirty="0"/>
              <a:t>Miércoles 11 de diciembre</a:t>
            </a:r>
          </a:p>
          <a:p>
            <a:pPr marL="0" indent="0">
              <a:buNone/>
            </a:pPr>
            <a:r>
              <a:rPr lang="es-CO" sz="2000" b="1" dirty="0"/>
              <a:t>Hora: </a:t>
            </a:r>
            <a:r>
              <a:rPr lang="es-CO" sz="2000" dirty="0"/>
              <a:t>07:30 a.m. y 01:30 p.m.</a:t>
            </a:r>
          </a:p>
          <a:p>
            <a:pPr marL="0" indent="0">
              <a:buNone/>
            </a:pPr>
            <a:r>
              <a:rPr lang="es-CO" sz="2000" b="1" dirty="0"/>
              <a:t>Lugar: </a:t>
            </a:r>
            <a:r>
              <a:rPr lang="es-CO" sz="2000" dirty="0"/>
              <a:t>Auditorio Principal</a:t>
            </a:r>
            <a:endParaRPr lang="es-CO" sz="2000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665C339-FFC6-F79C-178F-1A0EA11C2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37" y="2854153"/>
            <a:ext cx="5019933" cy="33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93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linica nueva">
      <a:dk1>
        <a:srgbClr val="595959"/>
      </a:dk1>
      <a:lt1>
        <a:sysClr val="window" lastClr="FFFFFF"/>
      </a:lt1>
      <a:dk2>
        <a:srgbClr val="4472C4"/>
      </a:dk2>
      <a:lt2>
        <a:srgbClr val="FFFFFF"/>
      </a:lt2>
      <a:accent1>
        <a:srgbClr val="4472C4"/>
      </a:accent1>
      <a:accent2>
        <a:srgbClr val="70AD47"/>
      </a:accent2>
      <a:accent3>
        <a:srgbClr val="A5A5A5"/>
      </a:accent3>
      <a:accent4>
        <a:srgbClr val="C5E0B3"/>
      </a:accent4>
      <a:accent5>
        <a:srgbClr val="5B9BD5"/>
      </a:accent5>
      <a:accent6>
        <a:srgbClr val="A8D08D"/>
      </a:accent6>
      <a:hlink>
        <a:srgbClr val="8EAADB"/>
      </a:hlink>
      <a:folHlink>
        <a:srgbClr val="FFFFFF"/>
      </a:folHlink>
    </a:clrScheme>
    <a:fontScheme name="Clinica nueva">
      <a:majorFont>
        <a:latin typeface="Futura URW Medium"/>
        <a:ea typeface=""/>
        <a:cs typeface=""/>
      </a:majorFont>
      <a:minorFont>
        <a:latin typeface="Futura Std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ones institucional 66años.pptx" id="{71853F4E-8279-4C51-882D-A6779EB5FE3E}" vid="{18729E96-3B9E-4B0C-8978-79F6CC10B2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INVITACIÓN JORNADA SOCIALIZACIÓN</Template>
  <TotalTime>15</TotalTime>
  <Words>75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Futura Std Medium</vt:lpstr>
      <vt:lpstr>Futura URW Medium</vt:lpstr>
      <vt:lpstr>Tema de Office</vt:lpstr>
      <vt:lpstr>Socialización Semana de Concientización sobre la Resistencia Antimicrobiana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David Repiso Cadena</dc:creator>
  <cp:lastModifiedBy>Juan David Repiso Cadena</cp:lastModifiedBy>
  <cp:revision>1</cp:revision>
  <dcterms:created xsi:type="dcterms:W3CDTF">2024-12-03T14:39:46Z</dcterms:created>
  <dcterms:modified xsi:type="dcterms:W3CDTF">2024-12-03T14:55:28Z</dcterms:modified>
</cp:coreProperties>
</file>